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2" r:id="rId6"/>
    <p:sldId id="263" r:id="rId7"/>
    <p:sldId id="264" r:id="rId8"/>
  </p:sldIdLst>
  <p:sldSz cx="12192000" cy="6858000"/>
  <p:notesSz cx="6858000" cy="9144000"/>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7D06B5-F732-D7F6-230F-D203594DD770}" v="146" dt="2025-12-01T21:38:42.825"/>
    <p1510:client id="{16CD56A8-1F54-75FD-BDE4-388A3C74B3F2}" v="18" dt="2025-12-02T10:13:43.366"/>
    <p1510:client id="{8D8AD9FD-573A-AAF1-18BE-58AF4859C88D}" v="72" dt="2025-12-02T12:34:36.338"/>
    <p1510:client id="{9B9502B0-72DC-655B-161E-7E4DE06B75A0}" v="826" dt="2025-12-01T15:02:26.076"/>
    <p1510:client id="{CDE054BA-7FF1-F145-8586-EA32166D318C}" v="38" dt="2025-12-02T11:26:49.106"/>
    <p1510:client id="{DB35BAE4-E74D-BB43-2B6F-26F91AB4B72E}" v="5" dt="2025-12-01T22:18:38.9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emeli Ranta" userId="S::eemeli.ranta@tuni.fi::51ce0422-c0b7-41dd-acf1-56871a2ad159" providerId="AD" clId="Web-{9B9502B0-72DC-655B-161E-7E4DE06B75A0}"/>
    <pc:docChg chg="addSld modSld addMainMaster delMainMaster">
      <pc:chgData name="Eemeli Ranta" userId="S::eemeli.ranta@tuni.fi::51ce0422-c0b7-41dd-acf1-56871a2ad159" providerId="AD" clId="Web-{9B9502B0-72DC-655B-161E-7E4DE06B75A0}" dt="2025-12-01T15:02:26.076" v="809" actId="20577"/>
      <pc:docMkLst>
        <pc:docMk/>
      </pc:docMkLst>
      <pc:sldChg chg="addSp modSp mod setBg modClrScheme setClrOvrMap chgLayout">
        <pc:chgData name="Eemeli Ranta" userId="S::eemeli.ranta@tuni.fi::51ce0422-c0b7-41dd-acf1-56871a2ad159" providerId="AD" clId="Web-{9B9502B0-72DC-655B-161E-7E4DE06B75A0}" dt="2025-12-01T14:07:22.464" v="169" actId="20577"/>
        <pc:sldMkLst>
          <pc:docMk/>
          <pc:sldMk cId="782385677" sldId="256"/>
        </pc:sldMkLst>
        <pc:spChg chg="mod">
          <ac:chgData name="Eemeli Ranta" userId="S::eemeli.ranta@tuni.fi::51ce0422-c0b7-41dd-acf1-56871a2ad159" providerId="AD" clId="Web-{9B9502B0-72DC-655B-161E-7E4DE06B75A0}" dt="2025-12-01T14:07:22.464" v="169" actId="20577"/>
          <ac:spMkLst>
            <pc:docMk/>
            <pc:sldMk cId="782385677" sldId="256"/>
            <ac:spMk id="2" creationId="{00000000-0000-0000-0000-000000000000}"/>
          </ac:spMkLst>
        </pc:spChg>
        <pc:spChg chg="mod">
          <ac:chgData name="Eemeli Ranta" userId="S::eemeli.ranta@tuni.fi::51ce0422-c0b7-41dd-acf1-56871a2ad159" providerId="AD" clId="Web-{9B9502B0-72DC-655B-161E-7E4DE06B75A0}" dt="2025-12-01T14:02:38.958" v="129" actId="20577"/>
          <ac:spMkLst>
            <pc:docMk/>
            <pc:sldMk cId="782385677" sldId="256"/>
            <ac:spMk id="3" creationId="{00000000-0000-0000-0000-000000000000}"/>
          </ac:spMkLst>
        </pc:spChg>
        <pc:spChg chg="add mod">
          <ac:chgData name="Eemeli Ranta" userId="S::eemeli.ranta@tuni.fi::51ce0422-c0b7-41dd-acf1-56871a2ad159" providerId="AD" clId="Web-{9B9502B0-72DC-655B-161E-7E4DE06B75A0}" dt="2025-12-01T14:02:29.192" v="127" actId="20577"/>
          <ac:spMkLst>
            <pc:docMk/>
            <pc:sldMk cId="782385677" sldId="256"/>
            <ac:spMk id="5" creationId="{461F12E2-01E9-E225-5F33-60BF7A1F107A}"/>
          </ac:spMkLst>
        </pc:spChg>
        <pc:spChg chg="add">
          <ac:chgData name="Eemeli Ranta" userId="S::eemeli.ranta@tuni.fi::51ce0422-c0b7-41dd-acf1-56871a2ad159" providerId="AD" clId="Web-{9B9502B0-72DC-655B-161E-7E4DE06B75A0}" dt="2025-12-01T14:00:30.891" v="72"/>
          <ac:spMkLst>
            <pc:docMk/>
            <pc:sldMk cId="782385677" sldId="256"/>
            <ac:spMk id="9" creationId="{6E448DB1-4196-18A6-15DA-C72635C1B11E}"/>
          </ac:spMkLst>
        </pc:spChg>
        <pc:spChg chg="add">
          <ac:chgData name="Eemeli Ranta" userId="S::eemeli.ranta@tuni.fi::51ce0422-c0b7-41dd-acf1-56871a2ad159" providerId="AD" clId="Web-{9B9502B0-72DC-655B-161E-7E4DE06B75A0}" dt="2025-12-01T14:00:30.891" v="72"/>
          <ac:spMkLst>
            <pc:docMk/>
            <pc:sldMk cId="782385677" sldId="256"/>
            <ac:spMk id="11" creationId="{DF15DF8A-891A-1965-E372-1BA1F3B945EF}"/>
          </ac:spMkLst>
        </pc:spChg>
        <pc:picChg chg="add mod">
          <ac:chgData name="Eemeli Ranta" userId="S::eemeli.ranta@tuni.fi::51ce0422-c0b7-41dd-acf1-56871a2ad159" providerId="AD" clId="Web-{9B9502B0-72DC-655B-161E-7E4DE06B75A0}" dt="2025-12-01T14:01:34.190" v="118" actId="1076"/>
          <ac:picMkLst>
            <pc:docMk/>
            <pc:sldMk cId="782385677" sldId="256"/>
            <ac:picMk id="4" creationId="{C34C7052-876E-DC7A-DCF6-346EB2298959}"/>
          </ac:picMkLst>
        </pc:picChg>
      </pc:sldChg>
      <pc:sldChg chg="modSp new">
        <pc:chgData name="Eemeli Ranta" userId="S::eemeli.ranta@tuni.fi::51ce0422-c0b7-41dd-acf1-56871a2ad159" providerId="AD" clId="Web-{9B9502B0-72DC-655B-161E-7E4DE06B75A0}" dt="2025-12-01T14:12:27.467" v="367" actId="20577"/>
        <pc:sldMkLst>
          <pc:docMk/>
          <pc:sldMk cId="3898270771" sldId="257"/>
        </pc:sldMkLst>
        <pc:spChg chg="mod">
          <ac:chgData name="Eemeli Ranta" userId="S::eemeli.ranta@tuni.fi::51ce0422-c0b7-41dd-acf1-56871a2ad159" providerId="AD" clId="Web-{9B9502B0-72DC-655B-161E-7E4DE06B75A0}" dt="2025-12-01T14:04:00.210" v="133" actId="20577"/>
          <ac:spMkLst>
            <pc:docMk/>
            <pc:sldMk cId="3898270771" sldId="257"/>
            <ac:spMk id="2" creationId="{E1FBAF8C-2B62-2706-3DB0-EB92E4FE657E}"/>
          </ac:spMkLst>
        </pc:spChg>
        <pc:spChg chg="mod">
          <ac:chgData name="Eemeli Ranta" userId="S::eemeli.ranta@tuni.fi::51ce0422-c0b7-41dd-acf1-56871a2ad159" providerId="AD" clId="Web-{9B9502B0-72DC-655B-161E-7E4DE06B75A0}" dt="2025-12-01T14:12:27.467" v="367" actId="20577"/>
          <ac:spMkLst>
            <pc:docMk/>
            <pc:sldMk cId="3898270771" sldId="257"/>
            <ac:spMk id="3" creationId="{2DB762F8-4FE5-5194-2F90-BB78BA28BC71}"/>
          </ac:spMkLst>
        </pc:spChg>
      </pc:sldChg>
      <pc:sldChg chg="modSp new">
        <pc:chgData name="Eemeli Ranta" userId="S::eemeli.ranta@tuni.fi::51ce0422-c0b7-41dd-acf1-56871a2ad159" providerId="AD" clId="Web-{9B9502B0-72DC-655B-161E-7E4DE06B75A0}" dt="2025-12-01T14:26:04.845" v="798" actId="20577"/>
        <pc:sldMkLst>
          <pc:docMk/>
          <pc:sldMk cId="4257462509" sldId="258"/>
        </pc:sldMkLst>
        <pc:spChg chg="mod">
          <ac:chgData name="Eemeli Ranta" userId="S::eemeli.ranta@tuni.fi::51ce0422-c0b7-41dd-acf1-56871a2ad159" providerId="AD" clId="Web-{9B9502B0-72DC-655B-161E-7E4DE06B75A0}" dt="2025-12-01T14:12:35.155" v="372" actId="20577"/>
          <ac:spMkLst>
            <pc:docMk/>
            <pc:sldMk cId="4257462509" sldId="258"/>
            <ac:spMk id="2" creationId="{C996446D-2E92-8F34-D42B-5FE11AF34850}"/>
          </ac:spMkLst>
        </pc:spChg>
        <pc:spChg chg="mod">
          <ac:chgData name="Eemeli Ranta" userId="S::eemeli.ranta@tuni.fi::51ce0422-c0b7-41dd-acf1-56871a2ad159" providerId="AD" clId="Web-{9B9502B0-72DC-655B-161E-7E4DE06B75A0}" dt="2025-12-01T14:26:04.845" v="798" actId="20577"/>
          <ac:spMkLst>
            <pc:docMk/>
            <pc:sldMk cId="4257462509" sldId="258"/>
            <ac:spMk id="3" creationId="{7A538D7F-5A53-CBDC-0284-FAD1CFD215CD}"/>
          </ac:spMkLst>
        </pc:spChg>
      </pc:sldChg>
      <pc:sldChg chg="modSp new">
        <pc:chgData name="Eemeli Ranta" userId="S::eemeli.ranta@tuni.fi::51ce0422-c0b7-41dd-acf1-56871a2ad159" providerId="AD" clId="Web-{9B9502B0-72DC-655B-161E-7E4DE06B75A0}" dt="2025-12-01T15:02:26.076" v="809" actId="20577"/>
        <pc:sldMkLst>
          <pc:docMk/>
          <pc:sldMk cId="2593273026" sldId="259"/>
        </pc:sldMkLst>
        <pc:spChg chg="mod">
          <ac:chgData name="Eemeli Ranta" userId="S::eemeli.ranta@tuni.fi::51ce0422-c0b7-41dd-acf1-56871a2ad159" providerId="AD" clId="Web-{9B9502B0-72DC-655B-161E-7E4DE06B75A0}" dt="2025-12-01T14:16:29.673" v="506" actId="20577"/>
          <ac:spMkLst>
            <pc:docMk/>
            <pc:sldMk cId="2593273026" sldId="259"/>
            <ac:spMk id="2" creationId="{46E6124F-C223-AF8A-ECCD-8BBEA3C048D1}"/>
          </ac:spMkLst>
        </pc:spChg>
        <pc:spChg chg="mod">
          <ac:chgData name="Eemeli Ranta" userId="S::eemeli.ranta@tuni.fi::51ce0422-c0b7-41dd-acf1-56871a2ad159" providerId="AD" clId="Web-{9B9502B0-72DC-655B-161E-7E4DE06B75A0}" dt="2025-12-01T15:02:26.076" v="809" actId="20577"/>
          <ac:spMkLst>
            <pc:docMk/>
            <pc:sldMk cId="2593273026" sldId="259"/>
            <ac:spMk id="3" creationId="{58640890-B850-A85F-9EB0-A7B2622A676A}"/>
          </ac:spMkLst>
        </pc:spChg>
      </pc:sldChg>
      <pc:sldChg chg="modSp new">
        <pc:chgData name="Eemeli Ranta" userId="S::eemeli.ranta@tuni.fi::51ce0422-c0b7-41dd-acf1-56871a2ad159" providerId="AD" clId="Web-{9B9502B0-72DC-655B-161E-7E4DE06B75A0}" dt="2025-12-01T14:16:32.876" v="512" actId="20577"/>
        <pc:sldMkLst>
          <pc:docMk/>
          <pc:sldMk cId="1685086313" sldId="260"/>
        </pc:sldMkLst>
        <pc:spChg chg="mod">
          <ac:chgData name="Eemeli Ranta" userId="S::eemeli.ranta@tuni.fi::51ce0422-c0b7-41dd-acf1-56871a2ad159" providerId="AD" clId="Web-{9B9502B0-72DC-655B-161E-7E4DE06B75A0}" dt="2025-12-01T14:16:32.876" v="512" actId="20577"/>
          <ac:spMkLst>
            <pc:docMk/>
            <pc:sldMk cId="1685086313" sldId="260"/>
            <ac:spMk id="2" creationId="{C21DD24E-A6C8-BF59-9989-5A15BC8EED03}"/>
          </ac:spMkLst>
        </pc:spChg>
      </pc:sldChg>
      <pc:sldChg chg="modSp new">
        <pc:chgData name="Eemeli Ranta" userId="S::eemeli.ranta@tuni.fi::51ce0422-c0b7-41dd-acf1-56871a2ad159" providerId="AD" clId="Web-{9B9502B0-72DC-655B-161E-7E4DE06B75A0}" dt="2025-12-01T14:16:52.002" v="515" actId="20577"/>
        <pc:sldMkLst>
          <pc:docMk/>
          <pc:sldMk cId="2980744897" sldId="261"/>
        </pc:sldMkLst>
        <pc:spChg chg="mod">
          <ac:chgData name="Eemeli Ranta" userId="S::eemeli.ranta@tuni.fi::51ce0422-c0b7-41dd-acf1-56871a2ad159" providerId="AD" clId="Web-{9B9502B0-72DC-655B-161E-7E4DE06B75A0}" dt="2025-12-01T14:16:52.002" v="515" actId="20577"/>
          <ac:spMkLst>
            <pc:docMk/>
            <pc:sldMk cId="2980744897" sldId="261"/>
            <ac:spMk id="2" creationId="{5076F54C-58D7-C5EB-F17B-219BC2049356}"/>
          </ac:spMkLst>
        </pc:spChg>
      </pc:sldChg>
      <pc:sldChg chg="modSp new">
        <pc:chgData name="Eemeli Ranta" userId="S::eemeli.ranta@tuni.fi::51ce0422-c0b7-41dd-acf1-56871a2ad159" providerId="AD" clId="Web-{9B9502B0-72DC-655B-161E-7E4DE06B75A0}" dt="2025-12-01T14:19:11.898" v="521" actId="20577"/>
        <pc:sldMkLst>
          <pc:docMk/>
          <pc:sldMk cId="3484087347" sldId="262"/>
        </pc:sldMkLst>
        <pc:spChg chg="mod">
          <ac:chgData name="Eemeli Ranta" userId="S::eemeli.ranta@tuni.fi::51ce0422-c0b7-41dd-acf1-56871a2ad159" providerId="AD" clId="Web-{9B9502B0-72DC-655B-161E-7E4DE06B75A0}" dt="2025-12-01T14:19:11.898" v="521" actId="20577"/>
          <ac:spMkLst>
            <pc:docMk/>
            <pc:sldMk cId="3484087347" sldId="262"/>
            <ac:spMk id="2" creationId="{7B7B0896-2EB9-779F-F28F-F64D000F5BD0}"/>
          </ac:spMkLst>
        </pc:spChg>
      </pc:sldChg>
      <pc:sldMasterChg chg="del delSldLayout">
        <pc:chgData name="Eemeli Ranta" userId="S::eemeli.ranta@tuni.fi::51ce0422-c0b7-41dd-acf1-56871a2ad159" providerId="AD" clId="Web-{9B9502B0-72DC-655B-161E-7E4DE06B75A0}" dt="2025-12-01T14:00:30.891" v="72"/>
        <pc:sldMasterMkLst>
          <pc:docMk/>
          <pc:sldMasterMk cId="1034520112" sldId="2147483648"/>
        </pc:sldMasterMkLst>
        <pc:sldLayoutChg chg="del">
          <pc:chgData name="Eemeli Ranta" userId="S::eemeli.ranta@tuni.fi::51ce0422-c0b7-41dd-acf1-56871a2ad159" providerId="AD" clId="Web-{9B9502B0-72DC-655B-161E-7E4DE06B75A0}" dt="2025-12-01T14:00:30.891" v="72"/>
          <pc:sldLayoutMkLst>
            <pc:docMk/>
            <pc:sldMasterMk cId="1034520112" sldId="2147483648"/>
            <pc:sldLayoutMk cId="2822443542" sldId="2147483649"/>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191875738" sldId="2147483650"/>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625772058" sldId="2147483651"/>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1368371511" sldId="2147483652"/>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4234365057" sldId="2147483653"/>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323876409" sldId="2147483654"/>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1583615748" sldId="2147483655"/>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3827074677" sldId="2147483656"/>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3139981579" sldId="2147483657"/>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1012034331" sldId="2147483658"/>
          </pc:sldLayoutMkLst>
        </pc:sldLayoutChg>
        <pc:sldLayoutChg chg="del">
          <pc:chgData name="Eemeli Ranta" userId="S::eemeli.ranta@tuni.fi::51ce0422-c0b7-41dd-acf1-56871a2ad159" providerId="AD" clId="Web-{9B9502B0-72DC-655B-161E-7E4DE06B75A0}" dt="2025-12-01T14:00:30.891" v="72"/>
          <pc:sldLayoutMkLst>
            <pc:docMk/>
            <pc:sldMasterMk cId="1034520112" sldId="2147483648"/>
            <pc:sldLayoutMk cId="3406455356" sldId="2147483659"/>
          </pc:sldLayoutMkLst>
        </pc:sldLayoutChg>
      </pc:sldMasterChg>
      <pc:sldMasterChg chg="add addSldLayout">
        <pc:chgData name="Eemeli Ranta" userId="S::eemeli.ranta@tuni.fi::51ce0422-c0b7-41dd-acf1-56871a2ad159" providerId="AD" clId="Web-{9B9502B0-72DC-655B-161E-7E4DE06B75A0}" dt="2025-12-01T14:00:30.891" v="72"/>
        <pc:sldMasterMkLst>
          <pc:docMk/>
          <pc:sldMasterMk cId="3086029098" sldId="2147483696"/>
        </pc:sldMasterMkLst>
        <pc:sldLayoutChg chg="add">
          <pc:chgData name="Eemeli Ranta" userId="S::eemeli.ranta@tuni.fi::51ce0422-c0b7-41dd-acf1-56871a2ad159" providerId="AD" clId="Web-{9B9502B0-72DC-655B-161E-7E4DE06B75A0}" dt="2025-12-01T14:00:30.891" v="72"/>
          <pc:sldLayoutMkLst>
            <pc:docMk/>
            <pc:sldMasterMk cId="3086029098" sldId="2147483696"/>
            <pc:sldLayoutMk cId="542685248" sldId="2147483685"/>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3879200951" sldId="2147483686"/>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3494410479" sldId="2147483687"/>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1022111579" sldId="2147483688"/>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3414547782" sldId="2147483689"/>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1487014228" sldId="2147483690"/>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192555767" sldId="2147483691"/>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3966400076" sldId="2147483692"/>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2956068711" sldId="2147483693"/>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610000371" sldId="2147483694"/>
          </pc:sldLayoutMkLst>
        </pc:sldLayoutChg>
        <pc:sldLayoutChg chg="add">
          <pc:chgData name="Eemeli Ranta" userId="S::eemeli.ranta@tuni.fi::51ce0422-c0b7-41dd-acf1-56871a2ad159" providerId="AD" clId="Web-{9B9502B0-72DC-655B-161E-7E4DE06B75A0}" dt="2025-12-01T14:00:30.891" v="72"/>
          <pc:sldLayoutMkLst>
            <pc:docMk/>
            <pc:sldMasterMk cId="3086029098" sldId="2147483696"/>
            <pc:sldLayoutMk cId="4223274170" sldId="2147483695"/>
          </pc:sldLayoutMkLst>
        </pc:sldLayoutChg>
      </pc:sldMasterChg>
    </pc:docChg>
  </pc:docChgLst>
  <pc:docChgLst>
    <pc:chgData name="Eemeli Ranta" userId="S::eemeli.ranta@tuni.fi::51ce0422-c0b7-41dd-acf1-56871a2ad159" providerId="AD" clId="Web-{8D8AD9FD-573A-AAF1-18BE-58AF4859C88D}"/>
    <pc:docChg chg="modSld sldOrd">
      <pc:chgData name="Eemeli Ranta" userId="S::eemeli.ranta@tuni.fi::51ce0422-c0b7-41dd-acf1-56871a2ad159" providerId="AD" clId="Web-{8D8AD9FD-573A-AAF1-18BE-58AF4859C88D}" dt="2025-12-02T12:34:36.338" v="70" actId="20577"/>
      <pc:docMkLst>
        <pc:docMk/>
      </pc:docMkLst>
      <pc:sldChg chg="modSp">
        <pc:chgData name="Eemeli Ranta" userId="S::eemeli.ranta@tuni.fi::51ce0422-c0b7-41dd-acf1-56871a2ad159" providerId="AD" clId="Web-{8D8AD9FD-573A-AAF1-18BE-58AF4859C88D}" dt="2025-12-02T12:23:17.814" v="28" actId="20577"/>
        <pc:sldMkLst>
          <pc:docMk/>
          <pc:sldMk cId="2593273026" sldId="259"/>
        </pc:sldMkLst>
        <pc:spChg chg="mod">
          <ac:chgData name="Eemeli Ranta" userId="S::eemeli.ranta@tuni.fi::51ce0422-c0b7-41dd-acf1-56871a2ad159" providerId="AD" clId="Web-{8D8AD9FD-573A-AAF1-18BE-58AF4859C88D}" dt="2025-12-02T12:23:17.814" v="28" actId="20577"/>
          <ac:spMkLst>
            <pc:docMk/>
            <pc:sldMk cId="2593273026" sldId="259"/>
            <ac:spMk id="3" creationId="{58640890-B850-A85F-9EB0-A7B2622A676A}"/>
          </ac:spMkLst>
        </pc:spChg>
      </pc:sldChg>
      <pc:sldChg chg="ord">
        <pc:chgData name="Eemeli Ranta" userId="S::eemeli.ranta@tuni.fi::51ce0422-c0b7-41dd-acf1-56871a2ad159" providerId="AD" clId="Web-{8D8AD9FD-573A-AAF1-18BE-58AF4859C88D}" dt="2025-12-02T10:52:27.375" v="0"/>
        <pc:sldMkLst>
          <pc:docMk/>
          <pc:sldMk cId="2980744897" sldId="261"/>
        </pc:sldMkLst>
      </pc:sldChg>
      <pc:sldChg chg="modSp">
        <pc:chgData name="Eemeli Ranta" userId="S::eemeli.ranta@tuni.fi::51ce0422-c0b7-41dd-acf1-56871a2ad159" providerId="AD" clId="Web-{8D8AD9FD-573A-AAF1-18BE-58AF4859C88D}" dt="2025-12-02T12:34:36.338" v="70" actId="20577"/>
        <pc:sldMkLst>
          <pc:docMk/>
          <pc:sldMk cId="2738447970" sldId="264"/>
        </pc:sldMkLst>
        <pc:spChg chg="mod">
          <ac:chgData name="Eemeli Ranta" userId="S::eemeli.ranta@tuni.fi::51ce0422-c0b7-41dd-acf1-56871a2ad159" providerId="AD" clId="Web-{8D8AD9FD-573A-AAF1-18BE-58AF4859C88D}" dt="2025-12-02T12:34:36.338" v="70" actId="20577"/>
          <ac:spMkLst>
            <pc:docMk/>
            <pc:sldMk cId="2738447970" sldId="264"/>
            <ac:spMk id="2" creationId="{FB12471A-E710-08C2-4852-AA26DCB5B56E}"/>
          </ac:spMkLst>
        </pc:spChg>
        <pc:spChg chg="mod">
          <ac:chgData name="Eemeli Ranta" userId="S::eemeli.ranta@tuni.fi::51ce0422-c0b7-41dd-acf1-56871a2ad159" providerId="AD" clId="Web-{8D8AD9FD-573A-AAF1-18BE-58AF4859C88D}" dt="2025-12-02T12:23:29.846" v="45" actId="20577"/>
          <ac:spMkLst>
            <pc:docMk/>
            <pc:sldMk cId="2738447970" sldId="264"/>
            <ac:spMk id="3" creationId="{A393BE1F-5773-5269-2270-2E64EE867C49}"/>
          </ac:spMkLst>
        </pc:spChg>
      </pc:sldChg>
    </pc:docChg>
  </pc:docChgLst>
  <pc:docChgLst>
    <pc:chgData name="Nhân Phan" userId="S::nio.phan@tuni.fi::b8efb3c3-c717-4d22-be22-2ebf413dd24c" providerId="AD" clId="Web-{DB35BAE4-E74D-BB43-2B6F-26F91AB4B72E}"/>
    <pc:docChg chg="modSld">
      <pc:chgData name="Nhân Phan" userId="S::nio.phan@tuni.fi::b8efb3c3-c717-4d22-be22-2ebf413dd24c" providerId="AD" clId="Web-{DB35BAE4-E74D-BB43-2B6F-26F91AB4B72E}" dt="2025-12-01T22:18:40.894" v="5"/>
      <pc:docMkLst>
        <pc:docMk/>
      </pc:docMkLst>
      <pc:sldChg chg="addSp delSp modSp mod setBg">
        <pc:chgData name="Nhân Phan" userId="S::nio.phan@tuni.fi::b8efb3c3-c717-4d22-be22-2ebf413dd24c" providerId="AD" clId="Web-{DB35BAE4-E74D-BB43-2B6F-26F91AB4B72E}" dt="2025-12-01T22:18:40.894" v="5"/>
        <pc:sldMkLst>
          <pc:docMk/>
          <pc:sldMk cId="2980744897" sldId="261"/>
        </pc:sldMkLst>
        <pc:spChg chg="del mod">
          <ac:chgData name="Nhân Phan" userId="S::nio.phan@tuni.fi::b8efb3c3-c717-4d22-be22-2ebf413dd24c" providerId="AD" clId="Web-{DB35BAE4-E74D-BB43-2B6F-26F91AB4B72E}" dt="2025-12-01T22:18:38.956" v="4"/>
          <ac:spMkLst>
            <pc:docMk/>
            <pc:sldMk cId="2980744897" sldId="261"/>
            <ac:spMk id="2" creationId="{5076F54C-58D7-C5EB-F17B-219BC2049356}"/>
          </ac:spMkLst>
        </pc:spChg>
        <pc:spChg chg="del">
          <ac:chgData name="Nhân Phan" userId="S::nio.phan@tuni.fi::b8efb3c3-c717-4d22-be22-2ebf413dd24c" providerId="AD" clId="Web-{DB35BAE4-E74D-BB43-2B6F-26F91AB4B72E}" dt="2025-12-01T22:18:15.174" v="0"/>
          <ac:spMkLst>
            <pc:docMk/>
            <pc:sldMk cId="2980744897" sldId="261"/>
            <ac:spMk id="3" creationId="{10003950-7241-D297-2AA7-CF6481B91EB3}"/>
          </ac:spMkLst>
        </pc:spChg>
        <pc:spChg chg="add del mod">
          <ac:chgData name="Nhân Phan" userId="S::nio.phan@tuni.fi::b8efb3c3-c717-4d22-be22-2ebf413dd24c" providerId="AD" clId="Web-{DB35BAE4-E74D-BB43-2B6F-26F91AB4B72E}" dt="2025-12-01T22:18:40.894" v="5"/>
          <ac:spMkLst>
            <pc:docMk/>
            <pc:sldMk cId="2980744897" sldId="261"/>
            <ac:spMk id="6" creationId="{16810301-FDE7-0B68-2129-4E5DA9719E13}"/>
          </ac:spMkLst>
        </pc:spChg>
        <pc:spChg chg="add del">
          <ac:chgData name="Nhân Phan" userId="S::nio.phan@tuni.fi::b8efb3c3-c717-4d22-be22-2ebf413dd24c" providerId="AD" clId="Web-{DB35BAE4-E74D-BB43-2B6F-26F91AB4B72E}" dt="2025-12-01T22:18:40.894" v="5"/>
          <ac:spMkLst>
            <pc:docMk/>
            <pc:sldMk cId="2980744897" sldId="261"/>
            <ac:spMk id="9" creationId="{9B65F7F7-2FCE-8F01-53DE-15C39342BE99}"/>
          </ac:spMkLst>
        </pc:spChg>
        <pc:spChg chg="add">
          <ac:chgData name="Nhân Phan" userId="S::nio.phan@tuni.fi::b8efb3c3-c717-4d22-be22-2ebf413dd24c" providerId="AD" clId="Web-{DB35BAE4-E74D-BB43-2B6F-26F91AB4B72E}" dt="2025-12-01T22:18:40.894" v="5"/>
          <ac:spMkLst>
            <pc:docMk/>
            <pc:sldMk cId="2980744897" sldId="261"/>
            <ac:spMk id="14" creationId="{6D48EA17-F2CF-2F98-FC06-DBB6A2AECB81}"/>
          </ac:spMkLst>
        </pc:spChg>
        <pc:spChg chg="add">
          <ac:chgData name="Nhân Phan" userId="S::nio.phan@tuni.fi::b8efb3c3-c717-4d22-be22-2ebf413dd24c" providerId="AD" clId="Web-{DB35BAE4-E74D-BB43-2B6F-26F91AB4B72E}" dt="2025-12-01T22:18:40.894" v="5"/>
          <ac:spMkLst>
            <pc:docMk/>
            <pc:sldMk cId="2980744897" sldId="261"/>
            <ac:spMk id="16" creationId="{4D3D4267-6754-E656-C65D-257297D453DD}"/>
          </ac:spMkLst>
        </pc:spChg>
        <pc:picChg chg="add mod ord">
          <ac:chgData name="Nhân Phan" userId="S::nio.phan@tuni.fi::b8efb3c3-c717-4d22-be22-2ebf413dd24c" providerId="AD" clId="Web-{DB35BAE4-E74D-BB43-2B6F-26F91AB4B72E}" dt="2025-12-01T22:18:40.894" v="5"/>
          <ac:picMkLst>
            <pc:docMk/>
            <pc:sldMk cId="2980744897" sldId="261"/>
            <ac:picMk id="4" creationId="{A9D27813-9C0F-6D8E-560B-16D79FA85A92}"/>
          </ac:picMkLst>
        </pc:picChg>
      </pc:sldChg>
    </pc:docChg>
  </pc:docChgLst>
  <pc:docChgLst>
    <pc:chgData name="Nhân Phan" userId="b8efb3c3-c717-4d22-be22-2ebf413dd24c" providerId="ADAL" clId="{78F041C8-CC7B-536F-AFA2-A0D4AA7FAED0}"/>
    <pc:docChg chg="undo custSel addSld delSld modSld">
      <pc:chgData name="Nhân Phan" userId="b8efb3c3-c717-4d22-be22-2ebf413dd24c" providerId="ADAL" clId="{78F041C8-CC7B-536F-AFA2-A0D4AA7FAED0}" dt="2025-12-02T11:26:49.106" v="39" actId="20577"/>
      <pc:docMkLst>
        <pc:docMk/>
      </pc:docMkLst>
      <pc:sldChg chg="del">
        <pc:chgData name="Nhân Phan" userId="b8efb3c3-c717-4d22-be22-2ebf413dd24c" providerId="ADAL" clId="{78F041C8-CC7B-536F-AFA2-A0D4AA7FAED0}" dt="2025-12-02T10:59:24.147" v="11" actId="2696"/>
        <pc:sldMkLst>
          <pc:docMk/>
          <pc:sldMk cId="2980744897" sldId="261"/>
        </pc:sldMkLst>
      </pc:sldChg>
      <pc:sldChg chg="addSp delSp modSp new mod setBg modAnim">
        <pc:chgData name="Nhân Phan" userId="b8efb3c3-c717-4d22-be22-2ebf413dd24c" providerId="ADAL" clId="{78F041C8-CC7B-536F-AFA2-A0D4AA7FAED0}" dt="2025-12-02T11:22:09.525" v="32" actId="1076"/>
        <pc:sldMkLst>
          <pc:docMk/>
          <pc:sldMk cId="1245466208" sldId="263"/>
        </pc:sldMkLst>
        <pc:spChg chg="add del mod">
          <ac:chgData name="Nhân Phan" userId="b8efb3c3-c717-4d22-be22-2ebf413dd24c" providerId="ADAL" clId="{78F041C8-CC7B-536F-AFA2-A0D4AA7FAED0}" dt="2025-12-02T10:58:20.903" v="7" actId="26606"/>
          <ac:spMkLst>
            <pc:docMk/>
            <pc:sldMk cId="1245466208" sldId="263"/>
            <ac:spMk id="2" creationId="{8D33B25B-06F0-18A9-C9CA-A744AD02610E}"/>
          </ac:spMkLst>
        </pc:spChg>
        <pc:spChg chg="del">
          <ac:chgData name="Nhân Phan" userId="b8efb3c3-c717-4d22-be22-2ebf413dd24c" providerId="ADAL" clId="{78F041C8-CC7B-536F-AFA2-A0D4AA7FAED0}" dt="2025-12-02T10:58:10.532" v="1"/>
          <ac:spMkLst>
            <pc:docMk/>
            <pc:sldMk cId="1245466208" sldId="263"/>
            <ac:spMk id="3" creationId="{5354D4A9-F34F-5B62-CA74-EAC5D887BEF1}"/>
          </ac:spMkLst>
        </pc:spChg>
        <pc:spChg chg="add del">
          <ac:chgData name="Nhân Phan" userId="b8efb3c3-c717-4d22-be22-2ebf413dd24c" providerId="ADAL" clId="{78F041C8-CC7B-536F-AFA2-A0D4AA7FAED0}" dt="2025-12-02T10:58:17.454" v="5" actId="26606"/>
          <ac:spMkLst>
            <pc:docMk/>
            <pc:sldMk cId="1245466208" sldId="263"/>
            <ac:spMk id="10" creationId="{01187F7A-920C-B377-65E8-1CF4CBCE3C2C}"/>
          </ac:spMkLst>
        </pc:spChg>
        <pc:spChg chg="add del">
          <ac:chgData name="Nhân Phan" userId="b8efb3c3-c717-4d22-be22-2ebf413dd24c" providerId="ADAL" clId="{78F041C8-CC7B-536F-AFA2-A0D4AA7FAED0}" dt="2025-12-02T10:58:20.903" v="7" actId="26606"/>
          <ac:spMkLst>
            <pc:docMk/>
            <pc:sldMk cId="1245466208" sldId="263"/>
            <ac:spMk id="12" creationId="{35D3817B-01DA-DCDA-FA18-49D6FF003762}"/>
          </ac:spMkLst>
        </pc:spChg>
        <pc:picChg chg="add mod">
          <ac:chgData name="Nhân Phan" userId="b8efb3c3-c717-4d22-be22-2ebf413dd24c" providerId="ADAL" clId="{78F041C8-CC7B-536F-AFA2-A0D4AA7FAED0}" dt="2025-12-02T10:58:28.006" v="10" actId="14100"/>
          <ac:picMkLst>
            <pc:docMk/>
            <pc:sldMk cId="1245466208" sldId="263"/>
            <ac:picMk id="5" creationId="{ED332C43-D872-80C4-CAAA-095A95EEBC87}"/>
          </ac:picMkLst>
        </pc:picChg>
        <pc:picChg chg="add mod">
          <ac:chgData name="Nhân Phan" userId="b8efb3c3-c717-4d22-be22-2ebf413dd24c" providerId="ADAL" clId="{78F041C8-CC7B-536F-AFA2-A0D4AA7FAED0}" dt="2025-12-02T11:22:09.525" v="32" actId="1076"/>
          <ac:picMkLst>
            <pc:docMk/>
            <pc:sldMk cId="1245466208" sldId="263"/>
            <ac:picMk id="7" creationId="{417150AF-ED26-3707-F56C-D70DE32443C4}"/>
          </ac:picMkLst>
        </pc:picChg>
      </pc:sldChg>
      <pc:sldChg chg="modSp new mod">
        <pc:chgData name="Nhân Phan" userId="b8efb3c3-c717-4d22-be22-2ebf413dd24c" providerId="ADAL" clId="{78F041C8-CC7B-536F-AFA2-A0D4AA7FAED0}" dt="2025-12-02T11:26:49.106" v="39" actId="20577"/>
        <pc:sldMkLst>
          <pc:docMk/>
          <pc:sldMk cId="2738447970" sldId="264"/>
        </pc:sldMkLst>
        <pc:spChg chg="mod">
          <ac:chgData name="Nhân Phan" userId="b8efb3c3-c717-4d22-be22-2ebf413dd24c" providerId="ADAL" clId="{78F041C8-CC7B-536F-AFA2-A0D4AA7FAED0}" dt="2025-12-02T11:26:49.106" v="39" actId="20577"/>
          <ac:spMkLst>
            <pc:docMk/>
            <pc:sldMk cId="2738447970" sldId="264"/>
            <ac:spMk id="2" creationId="{FB12471A-E710-08C2-4852-AA26DCB5B56E}"/>
          </ac:spMkLst>
        </pc:spChg>
      </pc:sldChg>
      <pc:sldChg chg="new del">
        <pc:chgData name="Nhân Phan" userId="b8efb3c3-c717-4d22-be22-2ebf413dd24c" providerId="ADAL" clId="{78F041C8-CC7B-536F-AFA2-A0D4AA7FAED0}" dt="2025-12-02T11:20:20.538" v="13" actId="2696"/>
        <pc:sldMkLst>
          <pc:docMk/>
          <pc:sldMk cId="3830602077" sldId="264"/>
        </pc:sldMkLst>
      </pc:sldChg>
    </pc:docChg>
  </pc:docChgLst>
  <pc:docChgLst>
    <pc:chgData name="Eemeli Ranta" userId="S::eemeli.ranta@tuni.fi::51ce0422-c0b7-41dd-acf1-56871a2ad159" providerId="AD" clId="Web-{107D06B5-F732-D7F6-230F-D203594DD770}"/>
    <pc:docChg chg="delSld modSld">
      <pc:chgData name="Eemeli Ranta" userId="S::eemeli.ranta@tuni.fi::51ce0422-c0b7-41dd-acf1-56871a2ad159" providerId="AD" clId="Web-{107D06B5-F732-D7F6-230F-D203594DD770}" dt="2025-12-01T21:38:42.825" v="144" actId="20577"/>
      <pc:docMkLst>
        <pc:docMk/>
      </pc:docMkLst>
      <pc:sldChg chg="addSp modSp mod setBg">
        <pc:chgData name="Eemeli Ranta" userId="S::eemeli.ranta@tuni.fi::51ce0422-c0b7-41dd-acf1-56871a2ad159" providerId="AD" clId="Web-{107D06B5-F732-D7F6-230F-D203594DD770}" dt="2025-12-01T21:31:21.156" v="126" actId="20577"/>
        <pc:sldMkLst>
          <pc:docMk/>
          <pc:sldMk cId="3898270771" sldId="257"/>
        </pc:sldMkLst>
        <pc:spChg chg="mod">
          <ac:chgData name="Eemeli Ranta" userId="S::eemeli.ranta@tuni.fi::51ce0422-c0b7-41dd-acf1-56871a2ad159" providerId="AD" clId="Web-{107D06B5-F732-D7F6-230F-D203594DD770}" dt="2025-12-01T21:25:34.361" v="114"/>
          <ac:spMkLst>
            <pc:docMk/>
            <pc:sldMk cId="3898270771" sldId="257"/>
            <ac:spMk id="2" creationId="{E1FBAF8C-2B62-2706-3DB0-EB92E4FE657E}"/>
          </ac:spMkLst>
        </pc:spChg>
        <pc:spChg chg="mod">
          <ac:chgData name="Eemeli Ranta" userId="S::eemeli.ranta@tuni.fi::51ce0422-c0b7-41dd-acf1-56871a2ad159" providerId="AD" clId="Web-{107D06B5-F732-D7F6-230F-D203594DD770}" dt="2025-12-01T21:31:21.156" v="126" actId="20577"/>
          <ac:spMkLst>
            <pc:docMk/>
            <pc:sldMk cId="3898270771" sldId="257"/>
            <ac:spMk id="3" creationId="{2DB762F8-4FE5-5194-2F90-BB78BA28BC71}"/>
          </ac:spMkLst>
        </pc:spChg>
        <pc:spChg chg="add">
          <ac:chgData name="Eemeli Ranta" userId="S::eemeli.ranta@tuni.fi::51ce0422-c0b7-41dd-acf1-56871a2ad159" providerId="AD" clId="Web-{107D06B5-F732-D7F6-230F-D203594DD770}" dt="2025-12-01T21:25:34.361" v="114"/>
          <ac:spMkLst>
            <pc:docMk/>
            <pc:sldMk cId="3898270771" sldId="257"/>
            <ac:spMk id="10" creationId="{37B65277-82C6-6D08-6DCA-4A7DCC3B7136}"/>
          </ac:spMkLst>
        </pc:spChg>
        <pc:picChg chg="add">
          <ac:chgData name="Eemeli Ranta" userId="S::eemeli.ranta@tuni.fi::51ce0422-c0b7-41dd-acf1-56871a2ad159" providerId="AD" clId="Web-{107D06B5-F732-D7F6-230F-D203594DD770}" dt="2025-12-01T21:25:34.361" v="114"/>
          <ac:picMkLst>
            <pc:docMk/>
            <pc:sldMk cId="3898270771" sldId="257"/>
            <ac:picMk id="7" creationId="{E47147FC-0794-BA02-9111-2B3197AD0825}"/>
          </ac:picMkLst>
        </pc:picChg>
      </pc:sldChg>
      <pc:sldChg chg="addSp modSp mod setBg">
        <pc:chgData name="Eemeli Ranta" userId="S::eemeli.ranta@tuni.fi::51ce0422-c0b7-41dd-acf1-56871a2ad159" providerId="AD" clId="Web-{107D06B5-F732-D7F6-230F-D203594DD770}" dt="2025-12-01T21:25:57.267" v="115"/>
        <pc:sldMkLst>
          <pc:docMk/>
          <pc:sldMk cId="2593273026" sldId="259"/>
        </pc:sldMkLst>
        <pc:spChg chg="mod">
          <ac:chgData name="Eemeli Ranta" userId="S::eemeli.ranta@tuni.fi::51ce0422-c0b7-41dd-acf1-56871a2ad159" providerId="AD" clId="Web-{107D06B5-F732-D7F6-230F-D203594DD770}" dt="2025-12-01T21:25:57.267" v="115"/>
          <ac:spMkLst>
            <pc:docMk/>
            <pc:sldMk cId="2593273026" sldId="259"/>
            <ac:spMk id="2" creationId="{46E6124F-C223-AF8A-ECCD-8BBEA3C048D1}"/>
          </ac:spMkLst>
        </pc:spChg>
        <pc:spChg chg="mod">
          <ac:chgData name="Eemeli Ranta" userId="S::eemeli.ranta@tuni.fi::51ce0422-c0b7-41dd-acf1-56871a2ad159" providerId="AD" clId="Web-{107D06B5-F732-D7F6-230F-D203594DD770}" dt="2025-12-01T21:25:57.267" v="115"/>
          <ac:spMkLst>
            <pc:docMk/>
            <pc:sldMk cId="2593273026" sldId="259"/>
            <ac:spMk id="3" creationId="{58640890-B850-A85F-9EB0-A7B2622A676A}"/>
          </ac:spMkLst>
        </pc:spChg>
        <pc:spChg chg="add">
          <ac:chgData name="Eemeli Ranta" userId="S::eemeli.ranta@tuni.fi::51ce0422-c0b7-41dd-acf1-56871a2ad159" providerId="AD" clId="Web-{107D06B5-F732-D7F6-230F-D203594DD770}" dt="2025-12-01T21:25:57.267" v="115"/>
          <ac:spMkLst>
            <pc:docMk/>
            <pc:sldMk cId="2593273026" sldId="259"/>
            <ac:spMk id="9" creationId="{2961259D-605E-E200-FF9F-7C8C71D7C8E4}"/>
          </ac:spMkLst>
        </pc:spChg>
        <pc:picChg chg="add">
          <ac:chgData name="Eemeli Ranta" userId="S::eemeli.ranta@tuni.fi::51ce0422-c0b7-41dd-acf1-56871a2ad159" providerId="AD" clId="Web-{107D06B5-F732-D7F6-230F-D203594DD770}" dt="2025-12-01T21:25:57.267" v="115"/>
          <ac:picMkLst>
            <pc:docMk/>
            <pc:sldMk cId="2593273026" sldId="259"/>
            <ac:picMk id="5" creationId="{CE3321BB-E036-ECD9-87A9-A356DBDA427A}"/>
          </ac:picMkLst>
        </pc:picChg>
      </pc:sldChg>
      <pc:sldChg chg="modSp del">
        <pc:chgData name="Eemeli Ranta" userId="S::eemeli.ranta@tuni.fi::51ce0422-c0b7-41dd-acf1-56871a2ad159" providerId="AD" clId="Web-{107D06B5-F732-D7F6-230F-D203594DD770}" dt="2025-12-01T21:32:06.936" v="127"/>
        <pc:sldMkLst>
          <pc:docMk/>
          <pc:sldMk cId="1685086313" sldId="260"/>
        </pc:sldMkLst>
        <pc:spChg chg="mod">
          <ac:chgData name="Eemeli Ranta" userId="S::eemeli.ranta@tuni.fi::51ce0422-c0b7-41dd-acf1-56871a2ad159" providerId="AD" clId="Web-{107D06B5-F732-D7F6-230F-D203594DD770}" dt="2025-12-01T21:19:05.784" v="69" actId="20577"/>
          <ac:spMkLst>
            <pc:docMk/>
            <pc:sldMk cId="1685086313" sldId="260"/>
            <ac:spMk id="3" creationId="{001572C7-9663-A87F-CD53-71A9F2DC5BFC}"/>
          </ac:spMkLst>
        </pc:spChg>
      </pc:sldChg>
      <pc:sldChg chg="modSp">
        <pc:chgData name="Eemeli Ranta" userId="S::eemeli.ranta@tuni.fi::51ce0422-c0b7-41dd-acf1-56871a2ad159" providerId="AD" clId="Web-{107D06B5-F732-D7F6-230F-D203594DD770}" dt="2025-12-01T21:38:42.825" v="144" actId="20577"/>
        <pc:sldMkLst>
          <pc:docMk/>
          <pc:sldMk cId="3484087347" sldId="262"/>
        </pc:sldMkLst>
        <pc:spChg chg="mod">
          <ac:chgData name="Eemeli Ranta" userId="S::eemeli.ranta@tuni.fi::51ce0422-c0b7-41dd-acf1-56871a2ad159" providerId="AD" clId="Web-{107D06B5-F732-D7F6-230F-D203594DD770}" dt="2025-12-01T21:33:53.717" v="134" actId="20577"/>
          <ac:spMkLst>
            <pc:docMk/>
            <pc:sldMk cId="3484087347" sldId="262"/>
            <ac:spMk id="2" creationId="{7B7B0896-2EB9-779F-F28F-F64D000F5BD0}"/>
          </ac:spMkLst>
        </pc:spChg>
        <pc:spChg chg="mod">
          <ac:chgData name="Eemeli Ranta" userId="S::eemeli.ranta@tuni.fi::51ce0422-c0b7-41dd-acf1-56871a2ad159" providerId="AD" clId="Web-{107D06B5-F732-D7F6-230F-D203594DD770}" dt="2025-12-01T21:38:42.825" v="144" actId="20577"/>
          <ac:spMkLst>
            <pc:docMk/>
            <pc:sldMk cId="3484087347" sldId="262"/>
            <ac:spMk id="3" creationId="{03F8FFB3-264F-8589-811C-913ECC53ABC1}"/>
          </ac:spMkLst>
        </pc:spChg>
      </pc:sldChg>
    </pc:docChg>
  </pc:docChgLst>
  <pc:docChgLst>
    <pc:chgData name="Eino Lausmaa" userId="S::eino.lausmaa@tuni.fi::6d90818c-a62b-4eba-bea0-b8da1467680f" providerId="AD" clId="Web-{16CD56A8-1F54-75FD-BDE4-388A3C74B3F2}"/>
    <pc:docChg chg="modSld">
      <pc:chgData name="Eino Lausmaa" userId="S::eino.lausmaa@tuni.fi::6d90818c-a62b-4eba-bea0-b8da1467680f" providerId="AD" clId="Web-{16CD56A8-1F54-75FD-BDE4-388A3C74B3F2}" dt="2025-12-02T10:13:43.101" v="14" actId="20577"/>
      <pc:docMkLst>
        <pc:docMk/>
      </pc:docMkLst>
      <pc:sldChg chg="modSp">
        <pc:chgData name="Eino Lausmaa" userId="S::eino.lausmaa@tuni.fi::6d90818c-a62b-4eba-bea0-b8da1467680f" providerId="AD" clId="Web-{16CD56A8-1F54-75FD-BDE4-388A3C74B3F2}" dt="2025-12-02T10:13:43.101" v="14" actId="20577"/>
        <pc:sldMkLst>
          <pc:docMk/>
          <pc:sldMk cId="4257462509" sldId="258"/>
        </pc:sldMkLst>
        <pc:spChg chg="mod">
          <ac:chgData name="Eino Lausmaa" userId="S::eino.lausmaa@tuni.fi::6d90818c-a62b-4eba-bea0-b8da1467680f" providerId="AD" clId="Web-{16CD56A8-1F54-75FD-BDE4-388A3C74B3F2}" dt="2025-12-02T10:13:43.101" v="14" actId="20577"/>
          <ac:spMkLst>
            <pc:docMk/>
            <pc:sldMk cId="4257462509" sldId="258"/>
            <ac:spMk id="3" creationId="{7A538D7F-5A53-CBDC-0284-FAD1CFD215CD}"/>
          </ac:spMkLst>
        </pc:spChg>
      </pc:sldChg>
      <pc:sldChg chg="addSp delSp modSp">
        <pc:chgData name="Eino Lausmaa" userId="S::eino.lausmaa@tuni.fi::6d90818c-a62b-4eba-bea0-b8da1467680f" providerId="AD" clId="Web-{16CD56A8-1F54-75FD-BDE4-388A3C74B3F2}" dt="2025-12-02T10:11:44.132" v="10" actId="1076"/>
        <pc:sldMkLst>
          <pc:docMk/>
          <pc:sldMk cId="3484087347" sldId="262"/>
        </pc:sldMkLst>
        <pc:spChg chg="del mod">
          <ac:chgData name="Eino Lausmaa" userId="S::eino.lausmaa@tuni.fi::6d90818c-a62b-4eba-bea0-b8da1467680f" providerId="AD" clId="Web-{16CD56A8-1F54-75FD-BDE4-388A3C74B3F2}" dt="2025-12-02T10:11:21.382" v="5"/>
          <ac:spMkLst>
            <pc:docMk/>
            <pc:sldMk cId="3484087347" sldId="262"/>
            <ac:spMk id="3" creationId="{03F8FFB3-264F-8589-811C-913ECC53ABC1}"/>
          </ac:spMkLst>
        </pc:spChg>
        <pc:spChg chg="add del mod">
          <ac:chgData name="Eino Lausmaa" userId="S::eino.lausmaa@tuni.fi::6d90818c-a62b-4eba-bea0-b8da1467680f" providerId="AD" clId="Web-{16CD56A8-1F54-75FD-BDE4-388A3C74B3F2}" dt="2025-12-02T10:11:37.163" v="7"/>
          <ac:spMkLst>
            <pc:docMk/>
            <pc:sldMk cId="3484087347" sldId="262"/>
            <ac:spMk id="6" creationId="{C6149B66-3E43-1EB5-4CDF-E325EF60A2C4}"/>
          </ac:spMkLst>
        </pc:spChg>
        <pc:picChg chg="add mod">
          <ac:chgData name="Eino Lausmaa" userId="S::eino.lausmaa@tuni.fi::6d90818c-a62b-4eba-bea0-b8da1467680f" providerId="AD" clId="Web-{16CD56A8-1F54-75FD-BDE4-388A3C74B3F2}" dt="2025-12-02T10:11:44.132" v="10" actId="1076"/>
          <ac:picMkLst>
            <pc:docMk/>
            <pc:sldMk cId="3484087347" sldId="262"/>
            <ac:picMk id="4" creationId="{AD8D6B6A-8F7D-F8DE-CD2F-DC1B9F2BBB8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12/2/2025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2555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12/2/2025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6400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12/2/2025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56068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12/2/2025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10000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12/2/2025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23274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12/2/2025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1454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12/2/2025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2685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12/2/2025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79200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12/2/2025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94410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12/2/2025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2111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12/2/2025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87014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12/2/2025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08602909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An open bathroom door">
            <a:extLst>
              <a:ext uri="{FF2B5EF4-FFF2-40B4-BE49-F238E27FC236}">
                <a16:creationId xmlns:a16="http://schemas.microsoft.com/office/drawing/2014/main" id="{C34C7052-876E-DC7A-DCF6-346EB2298959}"/>
              </a:ext>
            </a:extLst>
          </p:cNvPr>
          <p:cNvPicPr>
            <a:picLocks noChangeAspect="1"/>
          </p:cNvPicPr>
          <p:nvPr/>
        </p:nvPicPr>
        <p:blipFill>
          <a:blip r:embed="rId2"/>
          <a:srcRect l="9092" t="6984" r="-7" b="16175"/>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Otsikko 1"/>
          <p:cNvSpPr>
            <a:spLocks noGrp="1"/>
          </p:cNvSpPr>
          <p:nvPr>
            <p:ph type="ctrTitle"/>
          </p:nvPr>
        </p:nvSpPr>
        <p:spPr>
          <a:xfrm>
            <a:off x="7473219" y="898373"/>
            <a:ext cx="4470544" cy="3474720"/>
          </a:xfrm>
        </p:spPr>
        <p:txBody>
          <a:bodyPr anchor="b">
            <a:normAutofit/>
          </a:bodyPr>
          <a:lstStyle/>
          <a:p>
            <a:pPr algn="l"/>
            <a:r>
              <a:rPr lang="fi-FI" sz="4500"/>
              <a:t>Automaattinen oven avaus vahtitutkalla</a:t>
            </a:r>
          </a:p>
        </p:txBody>
      </p:sp>
      <p:sp>
        <p:nvSpPr>
          <p:cNvPr id="3" name="Alaotsikko 2"/>
          <p:cNvSpPr>
            <a:spLocks noGrp="1"/>
          </p:cNvSpPr>
          <p:nvPr>
            <p:ph type="subTitle" idx="1"/>
          </p:nvPr>
        </p:nvSpPr>
        <p:spPr>
          <a:xfrm>
            <a:off x="-584" y="5471937"/>
            <a:ext cx="4116410" cy="1386840"/>
          </a:xfrm>
        </p:spPr>
        <p:txBody>
          <a:bodyPr anchor="t">
            <a:normAutofit fontScale="70000" lnSpcReduction="20000"/>
          </a:bodyPr>
          <a:lstStyle/>
          <a:p>
            <a:pPr algn="l"/>
            <a:endParaRPr lang="fi-FI" sz="2200" b="1"/>
          </a:p>
          <a:p>
            <a:pPr algn="l"/>
            <a:r>
              <a:rPr lang="fi-FI" sz="2200" b="1"/>
              <a:t>Eino </a:t>
            </a:r>
            <a:r>
              <a:rPr lang="fi-FI" sz="2200" b="1" err="1"/>
              <a:t>Lausmaa</a:t>
            </a:r>
            <a:endParaRPr lang="fi-FI" sz="2200" b="1"/>
          </a:p>
          <a:p>
            <a:pPr algn="l"/>
            <a:r>
              <a:rPr lang="fi-FI" sz="2200" b="1" err="1"/>
              <a:t>Nhan</a:t>
            </a:r>
            <a:r>
              <a:rPr lang="fi-FI" sz="2200" b="1"/>
              <a:t> </a:t>
            </a:r>
            <a:r>
              <a:rPr lang="fi-FI" sz="2200" b="1" err="1"/>
              <a:t>Phan</a:t>
            </a:r>
            <a:endParaRPr lang="fi-FI" sz="2200" b="1"/>
          </a:p>
          <a:p>
            <a:pPr algn="l"/>
            <a:r>
              <a:rPr lang="fi-FI" sz="2200" b="1"/>
              <a:t>Eemeli Ranta</a:t>
            </a:r>
          </a:p>
        </p:txBody>
      </p:sp>
      <p:sp>
        <p:nvSpPr>
          <p:cNvPr id="5" name="Tekstiruutu 4">
            <a:extLst>
              <a:ext uri="{FF2B5EF4-FFF2-40B4-BE49-F238E27FC236}">
                <a16:creationId xmlns:a16="http://schemas.microsoft.com/office/drawing/2014/main" id="{461F12E2-01E9-E225-5F33-60BF7A1F107A}"/>
              </a:ext>
            </a:extLst>
          </p:cNvPr>
          <p:cNvSpPr txBox="1"/>
          <p:nvPr/>
        </p:nvSpPr>
        <p:spPr>
          <a:xfrm>
            <a:off x="7476859" y="4376190"/>
            <a:ext cx="2743199"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b="1"/>
              <a:t>SJOM -ryhmätyö</a:t>
            </a:r>
          </a:p>
        </p:txBody>
      </p:sp>
    </p:spTree>
    <p:extLst>
      <p:ext uri="{BB962C8B-B14F-4D97-AF65-F5344CB8AC3E}">
        <p14:creationId xmlns:p14="http://schemas.microsoft.com/office/powerpoint/2010/main" val="78238567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E1FBAF8C-2B62-2706-3DB0-EB92E4FE657E}"/>
              </a:ext>
            </a:extLst>
          </p:cNvPr>
          <p:cNvSpPr>
            <a:spLocks noGrp="1"/>
          </p:cNvSpPr>
          <p:nvPr>
            <p:ph type="title"/>
          </p:nvPr>
        </p:nvSpPr>
        <p:spPr>
          <a:xfrm>
            <a:off x="612648" y="603504"/>
            <a:ext cx="5862396" cy="1527048"/>
          </a:xfrm>
        </p:spPr>
        <p:txBody>
          <a:bodyPr anchor="b">
            <a:normAutofit/>
          </a:bodyPr>
          <a:lstStyle/>
          <a:p>
            <a:r>
              <a:rPr lang="fi-FI"/>
              <a:t>Tarkoitus</a:t>
            </a:r>
          </a:p>
        </p:txBody>
      </p:sp>
      <p:sp>
        <p:nvSpPr>
          <p:cNvPr id="3" name="Sisällön paikkamerkki 2">
            <a:extLst>
              <a:ext uri="{FF2B5EF4-FFF2-40B4-BE49-F238E27FC236}">
                <a16:creationId xmlns:a16="http://schemas.microsoft.com/office/drawing/2014/main" id="{2DB762F8-4FE5-5194-2F90-BB78BA28BC71}"/>
              </a:ext>
            </a:extLst>
          </p:cNvPr>
          <p:cNvSpPr>
            <a:spLocks noGrp="1"/>
          </p:cNvSpPr>
          <p:nvPr>
            <p:ph idx="1"/>
          </p:nvPr>
        </p:nvSpPr>
        <p:spPr>
          <a:xfrm>
            <a:off x="612648" y="2212848"/>
            <a:ext cx="5862396" cy="4096512"/>
          </a:xfrm>
        </p:spPr>
        <p:txBody>
          <a:bodyPr vert="horz" lIns="91440" tIns="45720" rIns="91440" bIns="45720" rtlCol="0" anchor="t">
            <a:normAutofit/>
          </a:bodyPr>
          <a:lstStyle/>
          <a:p>
            <a:r>
              <a:rPr lang="fi-FI" sz="1800"/>
              <a:t>Oven avausjärjestelmä, jossa on ympäristöä vahtiva tutkananturi mukana.</a:t>
            </a:r>
          </a:p>
          <a:p>
            <a:r>
              <a:rPr lang="fi-FI" sz="1800"/>
              <a:t>Henkilön lähestyessä ovea, tutka havaitsee henkilön, ja pyytää tätä syöttämään koodin avausta varten.</a:t>
            </a:r>
          </a:p>
          <a:p>
            <a:r>
              <a:rPr lang="fi-FI" sz="1800"/>
              <a:t>Koodin ollessa oikein, ovi avautuu.</a:t>
            </a:r>
          </a:p>
          <a:p>
            <a:r>
              <a:rPr lang="fi-FI" sz="1800"/>
              <a:t>Koodin ollessa väärin, järjestelmä hälyttää siitä sireenin avulla, ei avaa ovea, ja pyytää koodia uudestaan.</a:t>
            </a:r>
          </a:p>
        </p:txBody>
      </p:sp>
      <p:pic>
        <p:nvPicPr>
          <p:cNvPr id="7" name="Graphic 6" descr="Kielletty">
            <a:extLst>
              <a:ext uri="{FF2B5EF4-FFF2-40B4-BE49-F238E27FC236}">
                <a16:creationId xmlns:a16="http://schemas.microsoft.com/office/drawing/2014/main" id="{E47147FC-0794-BA02-9111-2B3197AD08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3898270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96446D-2E92-8F34-D42B-5FE11AF34850}"/>
              </a:ext>
            </a:extLst>
          </p:cNvPr>
          <p:cNvSpPr>
            <a:spLocks noGrp="1"/>
          </p:cNvSpPr>
          <p:nvPr>
            <p:ph type="title"/>
          </p:nvPr>
        </p:nvSpPr>
        <p:spPr/>
        <p:txBody>
          <a:bodyPr/>
          <a:lstStyle/>
          <a:p>
            <a:r>
              <a:rPr lang="fi-FI"/>
              <a:t>Toiminta</a:t>
            </a:r>
          </a:p>
        </p:txBody>
      </p:sp>
      <p:sp>
        <p:nvSpPr>
          <p:cNvPr id="3" name="Sisällön paikkamerkki 2">
            <a:extLst>
              <a:ext uri="{FF2B5EF4-FFF2-40B4-BE49-F238E27FC236}">
                <a16:creationId xmlns:a16="http://schemas.microsoft.com/office/drawing/2014/main" id="{7A538D7F-5A53-CBDC-0284-FAD1CFD215CD}"/>
              </a:ext>
            </a:extLst>
          </p:cNvPr>
          <p:cNvSpPr>
            <a:spLocks noGrp="1"/>
          </p:cNvSpPr>
          <p:nvPr>
            <p:ph idx="1"/>
          </p:nvPr>
        </p:nvSpPr>
        <p:spPr/>
        <p:txBody>
          <a:bodyPr vert="horz" lIns="91440" tIns="45720" rIns="91440" bIns="45720" rtlCol="0" anchor="t">
            <a:normAutofit/>
          </a:bodyPr>
          <a:lstStyle/>
          <a:p>
            <a:r>
              <a:rPr lang="fi-FI"/>
              <a:t>Kaksi </a:t>
            </a:r>
            <a:r>
              <a:rPr lang="fi-FI" err="1"/>
              <a:t>arduino</a:t>
            </a:r>
            <a:r>
              <a:rPr lang="fi-FI"/>
              <a:t> nanoa keskustelevat keskenään. Ensimmäinen Nano toimii pääyksikkönä, joka ohjaa servoja, näyttöä, ja lukee etäisyysanturin arvoja. Toisen Nano toimii näppäimistön lukijana.</a:t>
            </a:r>
          </a:p>
          <a:p>
            <a:r>
              <a:rPr lang="fi-FI"/>
              <a:t>Ensimmäinen Nano laittaa servon liikkeelle, liikuttaen sitä 180 asteen sektorissa edes takaisin n. 6 sekunnin sykleissä. Ultraäänianturi lukee etäisyyttä jatkuvasti, kunnes etäisyys tulee tarpeeksi pieneksi. Tämän tapahtuessa servo pysähtyy, ja näytöllä järjestelmä kysyy tunnuskoodia. Koodin ollessa oikein, ensimmäinen nano käskee toisen servon avautuvan, jossa ovi on kiinni. Ovi aukeaa hetkeksi, ja sitten sulkeutuu. Kiinni ollessaan tutka jatkaa toimintaansa odottaen jonkun lähestyvän taas ovea.</a:t>
            </a:r>
          </a:p>
          <a:p>
            <a:endParaRPr lang="fi-FI"/>
          </a:p>
        </p:txBody>
      </p:sp>
    </p:spTree>
    <p:extLst>
      <p:ext uri="{BB962C8B-B14F-4D97-AF65-F5344CB8AC3E}">
        <p14:creationId xmlns:p14="http://schemas.microsoft.com/office/powerpoint/2010/main" val="4257462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tsikko 1">
            <a:extLst>
              <a:ext uri="{FF2B5EF4-FFF2-40B4-BE49-F238E27FC236}">
                <a16:creationId xmlns:a16="http://schemas.microsoft.com/office/drawing/2014/main" id="{46E6124F-C223-AF8A-ECCD-8BBEA3C048D1}"/>
              </a:ext>
            </a:extLst>
          </p:cNvPr>
          <p:cNvSpPr>
            <a:spLocks noGrp="1"/>
          </p:cNvSpPr>
          <p:nvPr>
            <p:ph type="title"/>
          </p:nvPr>
        </p:nvSpPr>
        <p:spPr>
          <a:xfrm>
            <a:off x="612648" y="600074"/>
            <a:ext cx="6035040" cy="1529932"/>
          </a:xfrm>
        </p:spPr>
        <p:txBody>
          <a:bodyPr anchor="b">
            <a:normAutofit/>
          </a:bodyPr>
          <a:lstStyle/>
          <a:p>
            <a:r>
              <a:rPr lang="fi-FI"/>
              <a:t>Komponentit</a:t>
            </a:r>
          </a:p>
        </p:txBody>
      </p:sp>
      <p:sp>
        <p:nvSpPr>
          <p:cNvPr id="3" name="Sisällön paikkamerkki 2">
            <a:extLst>
              <a:ext uri="{FF2B5EF4-FFF2-40B4-BE49-F238E27FC236}">
                <a16:creationId xmlns:a16="http://schemas.microsoft.com/office/drawing/2014/main" id="{58640890-B850-A85F-9EB0-A7B2622A676A}"/>
              </a:ext>
            </a:extLst>
          </p:cNvPr>
          <p:cNvSpPr>
            <a:spLocks noGrp="1"/>
          </p:cNvSpPr>
          <p:nvPr>
            <p:ph idx="1"/>
          </p:nvPr>
        </p:nvSpPr>
        <p:spPr>
          <a:xfrm>
            <a:off x="612647" y="2212848"/>
            <a:ext cx="6035041" cy="4096512"/>
          </a:xfrm>
        </p:spPr>
        <p:txBody>
          <a:bodyPr vert="horz" lIns="91440" tIns="45720" rIns="91440" bIns="45720" rtlCol="0" anchor="t">
            <a:normAutofit/>
          </a:bodyPr>
          <a:lstStyle/>
          <a:p>
            <a:r>
              <a:rPr lang="fi-FI" sz="1800"/>
              <a:t>Arduino Nano 2kpl</a:t>
            </a:r>
          </a:p>
          <a:p>
            <a:r>
              <a:rPr lang="fi-FI" sz="1800"/>
              <a:t>Vastuksia: 1 </a:t>
            </a:r>
            <a:r>
              <a:rPr lang="fi-FI" sz="1800" err="1"/>
              <a:t>kOhm</a:t>
            </a:r>
            <a:r>
              <a:rPr lang="fi-FI" sz="1800"/>
              <a:t>, 1,2kOhm, 56 </a:t>
            </a:r>
            <a:r>
              <a:rPr lang="fi-FI" sz="1800" err="1"/>
              <a:t>Ohm</a:t>
            </a:r>
            <a:endParaRPr lang="fi-FI" sz="1800"/>
          </a:p>
          <a:p>
            <a:r>
              <a:rPr lang="fi-FI" sz="1800"/>
              <a:t>Kondensaattori</a:t>
            </a:r>
          </a:p>
          <a:p>
            <a:r>
              <a:rPr lang="fi-FI" sz="1800"/>
              <a:t>Servomoottori </a:t>
            </a:r>
          </a:p>
          <a:p>
            <a:r>
              <a:rPr lang="fi-FI" sz="1800"/>
              <a:t>LED –diodeja 2kpl</a:t>
            </a:r>
          </a:p>
          <a:p>
            <a:r>
              <a:rPr lang="fi-FI" sz="1800"/>
              <a:t>4x4 </a:t>
            </a:r>
            <a:r>
              <a:rPr lang="fi-FI" sz="1800" err="1"/>
              <a:t>matrix</a:t>
            </a:r>
            <a:r>
              <a:rPr lang="fi-FI" sz="1800"/>
              <a:t> -näppäimistö</a:t>
            </a:r>
          </a:p>
          <a:p>
            <a:r>
              <a:rPr lang="fi-FI" sz="1800"/>
              <a:t>LDC -näyttö</a:t>
            </a:r>
          </a:p>
          <a:p>
            <a:r>
              <a:rPr lang="fi-FI" sz="1800"/>
              <a:t>Ultraäänianturi</a:t>
            </a:r>
          </a:p>
          <a:p>
            <a:r>
              <a:rPr lang="fi-FI" sz="1800"/>
              <a:t>Summeri</a:t>
            </a:r>
          </a:p>
        </p:txBody>
      </p:sp>
      <p:pic>
        <p:nvPicPr>
          <p:cNvPr id="5" name="Picture 4" descr="Elektroniikkaa protoboard-alustalla">
            <a:extLst>
              <a:ext uri="{FF2B5EF4-FFF2-40B4-BE49-F238E27FC236}">
                <a16:creationId xmlns:a16="http://schemas.microsoft.com/office/drawing/2014/main" id="{CE3321BB-E036-ECD9-87A9-A356DBDA427A}"/>
              </a:ext>
            </a:extLst>
          </p:cNvPr>
          <p:cNvPicPr>
            <a:picLocks noChangeAspect="1"/>
          </p:cNvPicPr>
          <p:nvPr/>
        </p:nvPicPr>
        <p:blipFill>
          <a:blip r:embed="rId2"/>
          <a:srcRect l="6043" r="46856" b="-3"/>
          <a:stretch>
            <a:fillRect/>
          </a:stretch>
        </p:blipFill>
        <p:spPr>
          <a:xfrm>
            <a:off x="7345680" y="10"/>
            <a:ext cx="4846320" cy="6857990"/>
          </a:xfrm>
          <a:prstGeom prst="rect">
            <a:avLst/>
          </a:prstGeom>
        </p:spPr>
      </p:pic>
    </p:spTree>
    <p:extLst>
      <p:ext uri="{BB962C8B-B14F-4D97-AF65-F5344CB8AC3E}">
        <p14:creationId xmlns:p14="http://schemas.microsoft.com/office/powerpoint/2010/main" val="2593273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7B7B0896-2EB9-779F-F28F-F64D000F5BD0}"/>
              </a:ext>
            </a:extLst>
          </p:cNvPr>
          <p:cNvSpPr>
            <a:spLocks noGrp="1"/>
          </p:cNvSpPr>
          <p:nvPr>
            <p:ph type="title"/>
          </p:nvPr>
        </p:nvSpPr>
        <p:spPr/>
        <p:txBody>
          <a:bodyPr/>
          <a:lstStyle/>
          <a:p>
            <a:r>
              <a:rPr lang="fi-FI"/>
              <a:t>Rakenne </a:t>
            </a:r>
          </a:p>
        </p:txBody>
      </p:sp>
      <p:pic>
        <p:nvPicPr>
          <p:cNvPr id="4" name="Kuva 3" descr="Kuva, joka sisältää kohteen teksti, kuvakaappaus, Fontti, muotoilu&#10;&#10;Tekoälyllä luotu sisältö saattaa olla virheellistä.">
            <a:extLst>
              <a:ext uri="{FF2B5EF4-FFF2-40B4-BE49-F238E27FC236}">
                <a16:creationId xmlns:a16="http://schemas.microsoft.com/office/drawing/2014/main" id="{AD8D6B6A-8F7D-F8DE-CD2F-DC1B9F2BBB87}"/>
              </a:ext>
            </a:extLst>
          </p:cNvPr>
          <p:cNvPicPr>
            <a:picLocks noChangeAspect="1"/>
          </p:cNvPicPr>
          <p:nvPr/>
        </p:nvPicPr>
        <p:blipFill>
          <a:blip r:embed="rId2"/>
          <a:stretch>
            <a:fillRect/>
          </a:stretch>
        </p:blipFill>
        <p:spPr>
          <a:xfrm>
            <a:off x="1195388" y="1473518"/>
            <a:ext cx="9808845" cy="4741545"/>
          </a:xfrm>
          <a:prstGeom prst="rect">
            <a:avLst/>
          </a:prstGeom>
        </p:spPr>
      </p:pic>
    </p:spTree>
    <p:extLst>
      <p:ext uri="{BB962C8B-B14F-4D97-AF65-F5344CB8AC3E}">
        <p14:creationId xmlns:p14="http://schemas.microsoft.com/office/powerpoint/2010/main" val="3484087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3B25B-06F0-18A9-C9CA-A744AD02610E}"/>
              </a:ext>
            </a:extLst>
          </p:cNvPr>
          <p:cNvSpPr>
            <a:spLocks noGrp="1"/>
          </p:cNvSpPr>
          <p:nvPr>
            <p:ph type="title"/>
          </p:nvPr>
        </p:nvSpPr>
        <p:spPr/>
        <p:txBody>
          <a:bodyPr/>
          <a:lstStyle/>
          <a:p>
            <a:endParaRPr lang="en-FI"/>
          </a:p>
        </p:txBody>
      </p:sp>
      <p:pic>
        <p:nvPicPr>
          <p:cNvPr id="5" name="Content Placeholder 4" descr="A diagram of a flowchart&#10;&#10;AI-generated content may be incorrect.">
            <a:extLst>
              <a:ext uri="{FF2B5EF4-FFF2-40B4-BE49-F238E27FC236}">
                <a16:creationId xmlns:a16="http://schemas.microsoft.com/office/drawing/2014/main" id="{ED332C43-D872-80C4-CAAA-095A95EEBC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491687" cy="6858000"/>
          </a:xfrm>
        </p:spPr>
      </p:pic>
      <p:pic>
        <p:nvPicPr>
          <p:cNvPr id="7" name="Picture 6" descr="A diagram of a diagram&#10;&#10;AI-generated content may be incorrect.">
            <a:extLst>
              <a:ext uri="{FF2B5EF4-FFF2-40B4-BE49-F238E27FC236}">
                <a16:creationId xmlns:a16="http://schemas.microsoft.com/office/drawing/2014/main" id="{417150AF-ED26-3707-F56C-D70DE32443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7500" y="1503680"/>
            <a:ext cx="6477000" cy="3606800"/>
          </a:xfrm>
          <a:prstGeom prst="rect">
            <a:avLst/>
          </a:prstGeom>
        </p:spPr>
      </p:pic>
    </p:spTree>
    <p:extLst>
      <p:ext uri="{BB962C8B-B14F-4D97-AF65-F5344CB8AC3E}">
        <p14:creationId xmlns:p14="http://schemas.microsoft.com/office/powerpoint/2010/main" val="1245466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ppt_y</p:attrName>
                                        </p:attrNameLst>
                                      </p:cBhvr>
                                      <p:tavLst>
                                        <p:tav tm="0">
                                          <p:val>
                                            <p:strVal val="#ppt_y+#ppt_h*1.125000"/>
                                          </p:val>
                                        </p:tav>
                                        <p:tav tm="100000">
                                          <p:val>
                                            <p:strVal val="#ppt_y"/>
                                          </p:val>
                                        </p:tav>
                                      </p:tavLst>
                                    </p:anim>
                                    <p:animEffect transition="in" filter="wipe(up)">
                                      <p:cBhvr>
                                        <p:cTn id="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471A-E710-08C2-4852-AA26DCB5B56E}"/>
              </a:ext>
            </a:extLst>
          </p:cNvPr>
          <p:cNvSpPr>
            <a:spLocks noGrp="1"/>
          </p:cNvSpPr>
          <p:nvPr>
            <p:ph type="title"/>
          </p:nvPr>
        </p:nvSpPr>
        <p:spPr/>
        <p:txBody>
          <a:bodyPr/>
          <a:lstStyle/>
          <a:p>
            <a:r>
              <a:rPr lang="en-FI"/>
              <a:t>KIITOS KUN KUUNTELITTE!</a:t>
            </a:r>
            <a:endParaRPr lang="fi-FI"/>
          </a:p>
        </p:txBody>
      </p:sp>
      <p:sp>
        <p:nvSpPr>
          <p:cNvPr id="3" name="Content Placeholder 2">
            <a:extLst>
              <a:ext uri="{FF2B5EF4-FFF2-40B4-BE49-F238E27FC236}">
                <a16:creationId xmlns:a16="http://schemas.microsoft.com/office/drawing/2014/main" id="{A393BE1F-5773-5269-2270-2E64EE867C49}"/>
              </a:ext>
            </a:extLst>
          </p:cNvPr>
          <p:cNvSpPr>
            <a:spLocks noGrp="1"/>
          </p:cNvSpPr>
          <p:nvPr>
            <p:ph idx="1"/>
          </p:nvPr>
        </p:nvSpPr>
        <p:spPr/>
        <p:txBody>
          <a:bodyPr vert="horz" lIns="91440" tIns="45720" rIns="91440" bIns="45720" rtlCol="0" anchor="t">
            <a:normAutofit/>
          </a:bodyPr>
          <a:lstStyle/>
          <a:p>
            <a:r>
              <a:rPr lang="en-FI"/>
              <a:t>Kysymyksiä?</a:t>
            </a:r>
          </a:p>
        </p:txBody>
      </p:sp>
    </p:spTree>
    <p:extLst>
      <p:ext uri="{BB962C8B-B14F-4D97-AF65-F5344CB8AC3E}">
        <p14:creationId xmlns:p14="http://schemas.microsoft.com/office/powerpoint/2010/main" val="2738447970"/>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VanillaVTI</vt:lpstr>
      <vt:lpstr>Automaattinen oven avaus vahtitutkalla</vt:lpstr>
      <vt:lpstr>Tarkoitus</vt:lpstr>
      <vt:lpstr>Toiminta</vt:lpstr>
      <vt:lpstr>Komponentit</vt:lpstr>
      <vt:lpstr>Rakenne </vt:lpstr>
      <vt:lpstr>PowerPoint Presentation</vt:lpstr>
      <vt:lpstr>KIITOS KUN KUUNTELITTE!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2025-12-01T13:51:02Z</dcterms:created>
  <dcterms:modified xsi:type="dcterms:W3CDTF">2025-12-02T12:34:37Z</dcterms:modified>
</cp:coreProperties>
</file>